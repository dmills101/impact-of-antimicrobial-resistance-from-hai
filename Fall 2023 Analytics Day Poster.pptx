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handoutMasterIdLst>
    <p:handoutMasterId r:id="rId4"/>
  </p:handoutMasterIdLst>
  <p:sldIdLst>
    <p:sldId id="256" r:id="rId2"/>
  </p:sldIdLst>
  <p:sldSz cx="43891200" cy="32918400"/>
  <p:notesSz cx="9296400" cy="7010400"/>
  <p:defaultTextStyle>
    <a:defPPr>
      <a:defRPr lang="en-US"/>
    </a:defPPr>
    <a:lvl1pPr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1pPr>
    <a:lvl2pPr marL="4572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2pPr>
    <a:lvl3pPr marL="9144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3pPr>
    <a:lvl4pPr marL="13716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4pPr>
    <a:lvl5pPr marL="18288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5pPr>
    <a:lvl6pPr marL="2286000" algn="l" defTabSz="914400" rtl="0" eaLnBrk="1" latinLnBrk="0" hangingPunct="1">
      <a:defRPr sz="5400" b="1" kern="1200">
        <a:solidFill>
          <a:schemeClr val="tx1"/>
        </a:solidFill>
        <a:latin typeface="Times New Roman" pitchFamily="18" charset="0"/>
        <a:ea typeface="+mn-ea"/>
        <a:cs typeface="+mn-cs"/>
      </a:defRPr>
    </a:lvl6pPr>
    <a:lvl7pPr marL="2743200" algn="l" defTabSz="914400" rtl="0" eaLnBrk="1" latinLnBrk="0" hangingPunct="1">
      <a:defRPr sz="5400" b="1" kern="1200">
        <a:solidFill>
          <a:schemeClr val="tx1"/>
        </a:solidFill>
        <a:latin typeface="Times New Roman" pitchFamily="18" charset="0"/>
        <a:ea typeface="+mn-ea"/>
        <a:cs typeface="+mn-cs"/>
      </a:defRPr>
    </a:lvl7pPr>
    <a:lvl8pPr marL="3200400" algn="l" defTabSz="914400" rtl="0" eaLnBrk="1" latinLnBrk="0" hangingPunct="1">
      <a:defRPr sz="5400" b="1" kern="1200">
        <a:solidFill>
          <a:schemeClr val="tx1"/>
        </a:solidFill>
        <a:latin typeface="Times New Roman" pitchFamily="18" charset="0"/>
        <a:ea typeface="+mn-ea"/>
        <a:cs typeface="+mn-cs"/>
      </a:defRPr>
    </a:lvl8pPr>
    <a:lvl9pPr marL="3657600" algn="l" defTabSz="914400" rtl="0" eaLnBrk="1" latinLnBrk="0" hangingPunct="1">
      <a:defRPr sz="54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3888">
          <p15:clr>
            <a:srgbClr val="A4A3A4"/>
          </p15:clr>
        </p15:guide>
        <p15:guide id="2" pos="1387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anda Nicole Ferguson" initials="ANF" lastIdx="8" clrIdx="0"/>
  <p:cmAuthor id="2" name="Abigail King" initials="AK"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0093"/>
    <a:srgbClr val="F5CB2E"/>
    <a:srgbClr val="E3B32B"/>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7890" autoAdjust="0"/>
    <p:restoredTop sz="94660" autoAdjust="0"/>
  </p:normalViewPr>
  <p:slideViewPr>
    <p:cSldViewPr>
      <p:cViewPr>
        <p:scale>
          <a:sx n="20" d="100"/>
          <a:sy n="20" d="100"/>
        </p:scale>
        <p:origin x="12" y="18"/>
      </p:cViewPr>
      <p:guideLst>
        <p:guide orient="horz" pos="3888"/>
        <p:guide pos="13872"/>
      </p:guideLst>
    </p:cSldViewPr>
  </p:slideViewPr>
  <p:outlineViewPr>
    <p:cViewPr>
      <p:scale>
        <a:sx n="25" d="100"/>
        <a:sy n="25"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027488" cy="350838"/>
          </a:xfrm>
          <a:prstGeom prst="rect">
            <a:avLst/>
          </a:prstGeom>
          <a:noFill/>
          <a:ln w="9525">
            <a:noFill/>
            <a:miter lim="800000"/>
            <a:headEnd/>
            <a:tailEnd/>
          </a:ln>
          <a:effectLst/>
        </p:spPr>
        <p:txBody>
          <a:bodyPr vert="horz" wrap="square" lIns="93160" tIns="46580" rIns="93160" bIns="46580" numCol="1" anchor="t" anchorCtr="0" compatLnSpc="1">
            <a:prstTxWarp prst="textNoShape">
              <a:avLst/>
            </a:prstTxWarp>
          </a:bodyPr>
          <a:lstStyle>
            <a:lvl1pPr algn="l" defTabSz="931696">
              <a:lnSpc>
                <a:spcPct val="100000"/>
              </a:lnSpc>
              <a:spcBef>
                <a:spcPct val="0"/>
              </a:spcBef>
              <a:defRPr sz="1200" b="0"/>
            </a:lvl1pPr>
          </a:lstStyle>
          <a:p>
            <a:pPr>
              <a:defRPr/>
            </a:pPr>
            <a:endParaRPr lang="en-US"/>
          </a:p>
        </p:txBody>
      </p:sp>
      <p:sp>
        <p:nvSpPr>
          <p:cNvPr id="4099" name="Rectangle 3"/>
          <p:cNvSpPr>
            <a:spLocks noGrp="1" noChangeArrowheads="1"/>
          </p:cNvSpPr>
          <p:nvPr>
            <p:ph type="dt" sz="quarter" idx="1"/>
          </p:nvPr>
        </p:nvSpPr>
        <p:spPr bwMode="auto">
          <a:xfrm>
            <a:off x="5268913" y="0"/>
            <a:ext cx="4027487" cy="350838"/>
          </a:xfrm>
          <a:prstGeom prst="rect">
            <a:avLst/>
          </a:prstGeom>
          <a:noFill/>
          <a:ln w="9525">
            <a:noFill/>
            <a:miter lim="800000"/>
            <a:headEnd/>
            <a:tailEnd/>
          </a:ln>
          <a:effectLst/>
        </p:spPr>
        <p:txBody>
          <a:bodyPr vert="horz" wrap="square" lIns="93160" tIns="46580" rIns="93160" bIns="46580" numCol="1" anchor="t" anchorCtr="0" compatLnSpc="1">
            <a:prstTxWarp prst="textNoShape">
              <a:avLst/>
            </a:prstTxWarp>
          </a:bodyPr>
          <a:lstStyle>
            <a:lvl1pPr algn="r" defTabSz="931696">
              <a:lnSpc>
                <a:spcPct val="100000"/>
              </a:lnSpc>
              <a:spcBef>
                <a:spcPct val="0"/>
              </a:spcBef>
              <a:defRPr sz="1200" b="0"/>
            </a:lvl1pPr>
          </a:lstStyle>
          <a:p>
            <a:pPr>
              <a:defRPr/>
            </a:pPr>
            <a:endParaRPr lang="en-US"/>
          </a:p>
        </p:txBody>
      </p:sp>
      <p:sp>
        <p:nvSpPr>
          <p:cNvPr id="4100" name="Rectangle 4"/>
          <p:cNvSpPr>
            <a:spLocks noGrp="1" noChangeArrowheads="1"/>
          </p:cNvSpPr>
          <p:nvPr>
            <p:ph type="ftr" sz="quarter" idx="2"/>
          </p:nvPr>
        </p:nvSpPr>
        <p:spPr bwMode="auto">
          <a:xfrm>
            <a:off x="0" y="6659563"/>
            <a:ext cx="4027488" cy="350837"/>
          </a:xfrm>
          <a:prstGeom prst="rect">
            <a:avLst/>
          </a:prstGeom>
          <a:noFill/>
          <a:ln w="9525">
            <a:noFill/>
            <a:miter lim="800000"/>
            <a:headEnd/>
            <a:tailEnd/>
          </a:ln>
          <a:effectLst/>
        </p:spPr>
        <p:txBody>
          <a:bodyPr vert="horz" wrap="square" lIns="93160" tIns="46580" rIns="93160" bIns="46580" numCol="1" anchor="b" anchorCtr="0" compatLnSpc="1">
            <a:prstTxWarp prst="textNoShape">
              <a:avLst/>
            </a:prstTxWarp>
          </a:bodyPr>
          <a:lstStyle>
            <a:lvl1pPr algn="l" defTabSz="931696">
              <a:lnSpc>
                <a:spcPct val="100000"/>
              </a:lnSpc>
              <a:spcBef>
                <a:spcPct val="0"/>
              </a:spcBef>
              <a:defRPr sz="1200" b="0"/>
            </a:lvl1pPr>
          </a:lstStyle>
          <a:p>
            <a:pPr>
              <a:defRPr/>
            </a:pPr>
            <a:endParaRPr lang="en-US"/>
          </a:p>
        </p:txBody>
      </p:sp>
      <p:sp>
        <p:nvSpPr>
          <p:cNvPr id="4101" name="Rectangle 5"/>
          <p:cNvSpPr>
            <a:spLocks noGrp="1" noChangeArrowheads="1"/>
          </p:cNvSpPr>
          <p:nvPr>
            <p:ph type="sldNum" sz="quarter" idx="3"/>
          </p:nvPr>
        </p:nvSpPr>
        <p:spPr bwMode="auto">
          <a:xfrm>
            <a:off x="5268913" y="6659563"/>
            <a:ext cx="4027487" cy="350837"/>
          </a:xfrm>
          <a:prstGeom prst="rect">
            <a:avLst/>
          </a:prstGeom>
          <a:noFill/>
          <a:ln w="9525">
            <a:noFill/>
            <a:miter lim="800000"/>
            <a:headEnd/>
            <a:tailEnd/>
          </a:ln>
          <a:effectLst/>
        </p:spPr>
        <p:txBody>
          <a:bodyPr vert="horz" wrap="square" lIns="93160" tIns="46580" rIns="93160" bIns="46580" numCol="1" anchor="b" anchorCtr="0" compatLnSpc="1">
            <a:prstTxWarp prst="textNoShape">
              <a:avLst/>
            </a:prstTxWarp>
          </a:bodyPr>
          <a:lstStyle>
            <a:lvl1pPr algn="r" defTabSz="931696">
              <a:lnSpc>
                <a:spcPct val="100000"/>
              </a:lnSpc>
              <a:spcBef>
                <a:spcPct val="0"/>
              </a:spcBef>
              <a:defRPr sz="1200" b="0"/>
            </a:lvl1pPr>
          </a:lstStyle>
          <a:p>
            <a:pPr>
              <a:defRPr/>
            </a:pPr>
            <a:fld id="{51BFBB92-9EAF-4A98-AC69-D6A49C72F0D0}" type="slidenum">
              <a:rPr lang="en-US"/>
              <a:pPr>
                <a:defRPr/>
              </a:pPr>
              <a:t>‹#›</a:t>
            </a:fld>
            <a:endParaRPr lang="en-US"/>
          </a:p>
        </p:txBody>
      </p:sp>
    </p:spTree>
    <p:extLst>
      <p:ext uri="{BB962C8B-B14F-4D97-AF65-F5344CB8AC3E}">
        <p14:creationId xmlns:p14="http://schemas.microsoft.com/office/powerpoint/2010/main" val="38683431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7488" cy="350838"/>
          </a:xfrm>
          <a:prstGeom prst="rect">
            <a:avLst/>
          </a:prstGeom>
        </p:spPr>
        <p:txBody>
          <a:bodyPr vert="horz" lIns="20062" tIns="10031" rIns="20062" bIns="10031" rtlCol="0"/>
          <a:lstStyle>
            <a:lvl1pPr algn="l">
              <a:defRPr sz="300"/>
            </a:lvl1pPr>
          </a:lstStyle>
          <a:p>
            <a:pPr>
              <a:defRPr/>
            </a:pPr>
            <a:endParaRPr lang="en-US"/>
          </a:p>
        </p:txBody>
      </p:sp>
      <p:sp>
        <p:nvSpPr>
          <p:cNvPr id="3" name="Date Placeholder 2"/>
          <p:cNvSpPr>
            <a:spLocks noGrp="1"/>
          </p:cNvSpPr>
          <p:nvPr>
            <p:ph type="dt" idx="1"/>
          </p:nvPr>
        </p:nvSpPr>
        <p:spPr>
          <a:xfrm>
            <a:off x="5265738" y="0"/>
            <a:ext cx="4027487" cy="350838"/>
          </a:xfrm>
          <a:prstGeom prst="rect">
            <a:avLst/>
          </a:prstGeom>
        </p:spPr>
        <p:txBody>
          <a:bodyPr vert="horz" lIns="20062" tIns="10031" rIns="20062" bIns="10031" rtlCol="0"/>
          <a:lstStyle>
            <a:lvl1pPr algn="r">
              <a:defRPr sz="300"/>
            </a:lvl1pPr>
          </a:lstStyle>
          <a:p>
            <a:pPr>
              <a:defRPr/>
            </a:pPr>
            <a:fld id="{5CC69237-968C-4809-BBBD-9304D521757D}" type="datetimeFigureOut">
              <a:rPr lang="en-US"/>
              <a:pPr>
                <a:defRPr/>
              </a:pPr>
              <a:t>9/26/2023</a:t>
            </a:fld>
            <a:endParaRPr lang="en-US"/>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20062" tIns="10031" rIns="20062" bIns="10031" rtlCol="0" anchor="ctr"/>
          <a:lstStyle/>
          <a:p>
            <a:pPr lvl="0"/>
            <a:endParaRPr lang="en-US" noProof="0"/>
          </a:p>
        </p:txBody>
      </p:sp>
      <p:sp>
        <p:nvSpPr>
          <p:cNvPr id="5" name="Notes Placeholder 4"/>
          <p:cNvSpPr>
            <a:spLocks noGrp="1"/>
          </p:cNvSpPr>
          <p:nvPr>
            <p:ph type="body" sz="quarter" idx="3"/>
          </p:nvPr>
        </p:nvSpPr>
        <p:spPr>
          <a:xfrm>
            <a:off x="930275" y="3328988"/>
            <a:ext cx="7435850" cy="3155950"/>
          </a:xfrm>
          <a:prstGeom prst="rect">
            <a:avLst/>
          </a:prstGeom>
        </p:spPr>
        <p:txBody>
          <a:bodyPr vert="horz" lIns="20062" tIns="10031" rIns="20062" bIns="100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659563"/>
            <a:ext cx="4027488" cy="349250"/>
          </a:xfrm>
          <a:prstGeom prst="rect">
            <a:avLst/>
          </a:prstGeom>
        </p:spPr>
        <p:txBody>
          <a:bodyPr vert="horz" lIns="20062" tIns="10031" rIns="20062" bIns="10031" rtlCol="0" anchor="b"/>
          <a:lstStyle>
            <a:lvl1pPr algn="l">
              <a:defRPr sz="300"/>
            </a:lvl1pPr>
          </a:lstStyle>
          <a:p>
            <a:pPr>
              <a:defRPr/>
            </a:pPr>
            <a:endParaRPr lang="en-US"/>
          </a:p>
        </p:txBody>
      </p:sp>
      <p:sp>
        <p:nvSpPr>
          <p:cNvPr id="7" name="Slide Number Placeholder 6"/>
          <p:cNvSpPr>
            <a:spLocks noGrp="1"/>
          </p:cNvSpPr>
          <p:nvPr>
            <p:ph type="sldNum" sz="quarter" idx="5"/>
          </p:nvPr>
        </p:nvSpPr>
        <p:spPr>
          <a:xfrm>
            <a:off x="5265738" y="6659563"/>
            <a:ext cx="4027487" cy="349250"/>
          </a:xfrm>
          <a:prstGeom prst="rect">
            <a:avLst/>
          </a:prstGeom>
        </p:spPr>
        <p:txBody>
          <a:bodyPr vert="horz" lIns="20062" tIns="10031" rIns="20062" bIns="10031" rtlCol="0" anchor="b"/>
          <a:lstStyle>
            <a:lvl1pPr algn="r">
              <a:defRPr sz="300"/>
            </a:lvl1pPr>
          </a:lstStyle>
          <a:p>
            <a:pPr>
              <a:defRPr/>
            </a:pPr>
            <a:fld id="{B4C89677-0636-4F7D-8E45-6997A3D61870}" type="slidenum">
              <a:rPr lang="en-US"/>
              <a:pPr>
                <a:defRPr/>
              </a:pPr>
              <a:t>‹#›</a:t>
            </a:fld>
            <a:endParaRPr lang="en-US"/>
          </a:p>
        </p:txBody>
      </p:sp>
    </p:spTree>
    <p:extLst>
      <p:ext uri="{BB962C8B-B14F-4D97-AF65-F5344CB8AC3E}">
        <p14:creationId xmlns:p14="http://schemas.microsoft.com/office/powerpoint/2010/main" val="2538732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409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4100"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fld id="{7350F54E-324E-4420-A58C-1451A26E1E91}" type="slidenum">
              <a:rPr lang="en-US" sz="300" smtClean="0"/>
              <a:pPr/>
              <a:t>1</a:t>
            </a:fld>
            <a:endParaRPr lang="en-US" sz="300"/>
          </a:p>
        </p:txBody>
      </p:sp>
    </p:spTree>
    <p:extLst>
      <p:ext uri="{BB962C8B-B14F-4D97-AF65-F5344CB8AC3E}">
        <p14:creationId xmlns:p14="http://schemas.microsoft.com/office/powerpoint/2010/main" val="3565885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CE9746-3E67-4984-B2FE-1AF1BA16340E}" type="slidenum">
              <a:rPr lang="en-US"/>
              <a:pPr>
                <a:defRPr/>
              </a:pPr>
              <a:t>‹#›</a:t>
            </a:fld>
            <a:endParaRPr lang="en-US"/>
          </a:p>
        </p:txBody>
      </p:sp>
    </p:spTree>
    <p:extLst>
      <p:ext uri="{BB962C8B-B14F-4D97-AF65-F5344CB8AC3E}">
        <p14:creationId xmlns:p14="http://schemas.microsoft.com/office/powerpoint/2010/main" val="2938123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1E4A587-5FAF-42E6-BE45-17C25F99A991}" type="slidenum">
              <a:rPr lang="en-US"/>
              <a:pPr>
                <a:defRPr/>
              </a:pPr>
              <a:t>‹#›</a:t>
            </a:fld>
            <a:endParaRPr lang="en-US"/>
          </a:p>
        </p:txBody>
      </p:sp>
    </p:spTree>
    <p:extLst>
      <p:ext uri="{BB962C8B-B14F-4D97-AF65-F5344CB8AC3E}">
        <p14:creationId xmlns:p14="http://schemas.microsoft.com/office/powerpoint/2010/main" val="4036991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188EA6C-4A5C-449A-8168-A4D2F9419EE9}" type="slidenum">
              <a:rPr lang="en-US"/>
              <a:pPr>
                <a:defRPr/>
              </a:pPr>
              <a:t>‹#›</a:t>
            </a:fld>
            <a:endParaRPr lang="en-US"/>
          </a:p>
        </p:txBody>
      </p:sp>
    </p:spTree>
    <p:extLst>
      <p:ext uri="{BB962C8B-B14F-4D97-AF65-F5344CB8AC3E}">
        <p14:creationId xmlns:p14="http://schemas.microsoft.com/office/powerpoint/2010/main" val="342339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290888" y="9510713"/>
            <a:ext cx="18578512" cy="19750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0" y="9510713"/>
            <a:ext cx="18578513" cy="19750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EB4A3CC-8336-4978-A66C-FB77D18E1F46}" type="slidenum">
              <a:rPr lang="en-US"/>
              <a:pPr>
                <a:defRPr/>
              </a:pPr>
              <a:t>‹#›</a:t>
            </a:fld>
            <a:endParaRPr lang="en-US"/>
          </a:p>
        </p:txBody>
      </p:sp>
    </p:spTree>
    <p:extLst>
      <p:ext uri="{BB962C8B-B14F-4D97-AF65-F5344CB8AC3E}">
        <p14:creationId xmlns:p14="http://schemas.microsoft.com/office/powerpoint/2010/main" val="2745491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008A453-5BDB-4A82-A97B-AE3AC9DF93EA}" type="slidenum">
              <a:rPr lang="en-US"/>
              <a:pPr>
                <a:defRPr/>
              </a:pPr>
              <a:t>‹#›</a:t>
            </a:fld>
            <a:endParaRPr lang="en-US"/>
          </a:p>
        </p:txBody>
      </p:sp>
    </p:spTree>
    <p:extLst>
      <p:ext uri="{BB962C8B-B14F-4D97-AF65-F5344CB8AC3E}">
        <p14:creationId xmlns:p14="http://schemas.microsoft.com/office/powerpoint/2010/main" val="2159322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AE6625C-FC05-44C9-AD1B-5BE1C448AF41}" type="slidenum">
              <a:rPr lang="en-US"/>
              <a:pPr>
                <a:defRPr/>
              </a:pPr>
              <a:t>‹#›</a:t>
            </a:fld>
            <a:endParaRPr lang="en-US"/>
          </a:p>
        </p:txBody>
      </p:sp>
    </p:spTree>
    <p:extLst>
      <p:ext uri="{BB962C8B-B14F-4D97-AF65-F5344CB8AC3E}">
        <p14:creationId xmlns:p14="http://schemas.microsoft.com/office/powerpoint/2010/main" val="793692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D0A2B76-BBD0-4131-9F1A-F9B85BA33A5C}" type="slidenum">
              <a:rPr lang="en-US"/>
              <a:pPr>
                <a:defRPr/>
              </a:pPr>
              <a:t>‹#›</a:t>
            </a:fld>
            <a:endParaRPr lang="en-US"/>
          </a:p>
        </p:txBody>
      </p:sp>
    </p:spTree>
    <p:extLst>
      <p:ext uri="{BB962C8B-B14F-4D97-AF65-F5344CB8AC3E}">
        <p14:creationId xmlns:p14="http://schemas.microsoft.com/office/powerpoint/2010/main" val="269188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080D8EB-A991-429A-9F15-1E5050711380}" type="slidenum">
              <a:rPr lang="en-US"/>
              <a:pPr>
                <a:defRPr/>
              </a:pPr>
              <a:t>‹#›</a:t>
            </a:fld>
            <a:endParaRPr lang="en-US"/>
          </a:p>
        </p:txBody>
      </p:sp>
    </p:spTree>
    <p:extLst>
      <p:ext uri="{BB962C8B-B14F-4D97-AF65-F5344CB8AC3E}">
        <p14:creationId xmlns:p14="http://schemas.microsoft.com/office/powerpoint/2010/main" val="3625271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7" cy="3862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66D1F85-FC8E-4B63-A86C-FC56C2C366AD}" type="slidenum">
              <a:rPr lang="en-US"/>
              <a:pPr>
                <a:defRPr/>
              </a:pPr>
              <a:t>‹#›</a:t>
            </a:fld>
            <a:endParaRPr lang="en-US"/>
          </a:p>
        </p:txBody>
      </p:sp>
    </p:spTree>
    <p:extLst>
      <p:ext uri="{BB962C8B-B14F-4D97-AF65-F5344CB8AC3E}">
        <p14:creationId xmlns:p14="http://schemas.microsoft.com/office/powerpoint/2010/main" val="3024119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7F46AF8-960E-4160-8BB5-686F276EDF71}" type="slidenum">
              <a:rPr lang="en-US"/>
              <a:pPr>
                <a:defRPr/>
              </a:pPr>
              <a:t>‹#›</a:t>
            </a:fld>
            <a:endParaRPr lang="en-US"/>
          </a:p>
        </p:txBody>
      </p:sp>
    </p:spTree>
    <p:extLst>
      <p:ext uri="{BB962C8B-B14F-4D97-AF65-F5344CB8AC3E}">
        <p14:creationId xmlns:p14="http://schemas.microsoft.com/office/powerpoint/2010/main" val="3393104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3750" y="2924175"/>
            <a:ext cx="9326563" cy="263366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290888" y="2924175"/>
            <a:ext cx="27830462" cy="263366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2589B9D-719E-42D8-8020-085B69862EA7}" type="slidenum">
              <a:rPr lang="en-US"/>
              <a:pPr>
                <a:defRPr/>
              </a:pPr>
              <a:t>‹#›</a:t>
            </a:fld>
            <a:endParaRPr lang="en-US"/>
          </a:p>
        </p:txBody>
      </p:sp>
    </p:spTree>
    <p:extLst>
      <p:ext uri="{BB962C8B-B14F-4D97-AF65-F5344CB8AC3E}">
        <p14:creationId xmlns:p14="http://schemas.microsoft.com/office/powerpoint/2010/main" val="42882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3290888" y="2924175"/>
            <a:ext cx="37309425" cy="548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438884" tIns="219442" rIns="438884" bIns="219442"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3290888" y="9510713"/>
            <a:ext cx="37309425" cy="197500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438884" tIns="219442" rIns="438884" bIns="21944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3290888" y="29994225"/>
            <a:ext cx="9144000"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l">
              <a:lnSpc>
                <a:spcPct val="100000"/>
              </a:lnSpc>
              <a:spcBef>
                <a:spcPct val="0"/>
              </a:spcBef>
              <a:defRPr sz="6700" b="0"/>
            </a:lvl1pPr>
          </a:lstStyle>
          <a:p>
            <a:pPr>
              <a:defRPr/>
            </a:pPr>
            <a:endParaRPr lang="en-US"/>
          </a:p>
        </p:txBody>
      </p:sp>
      <p:sp>
        <p:nvSpPr>
          <p:cNvPr id="1029" name="Rectangle 5"/>
          <p:cNvSpPr>
            <a:spLocks noGrp="1" noChangeArrowheads="1"/>
          </p:cNvSpPr>
          <p:nvPr>
            <p:ph type="ftr" sz="quarter" idx="3"/>
          </p:nvPr>
        </p:nvSpPr>
        <p:spPr bwMode="auto">
          <a:xfrm>
            <a:off x="14997113" y="29994225"/>
            <a:ext cx="13896975"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nSpc>
                <a:spcPct val="100000"/>
              </a:lnSpc>
              <a:spcBef>
                <a:spcPct val="0"/>
              </a:spcBef>
              <a:defRPr sz="6700" b="0"/>
            </a:lvl1pPr>
          </a:lstStyle>
          <a:p>
            <a:pPr>
              <a:defRPr/>
            </a:pPr>
            <a:endParaRPr lang="en-US"/>
          </a:p>
        </p:txBody>
      </p:sp>
      <p:sp>
        <p:nvSpPr>
          <p:cNvPr id="1030" name="Rectangle 6"/>
          <p:cNvSpPr>
            <a:spLocks noGrp="1" noChangeArrowheads="1"/>
          </p:cNvSpPr>
          <p:nvPr>
            <p:ph type="sldNum" sz="quarter" idx="4"/>
          </p:nvPr>
        </p:nvSpPr>
        <p:spPr bwMode="auto">
          <a:xfrm>
            <a:off x="31456313" y="29994225"/>
            <a:ext cx="9144000"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r">
              <a:lnSpc>
                <a:spcPct val="100000"/>
              </a:lnSpc>
              <a:spcBef>
                <a:spcPct val="0"/>
              </a:spcBef>
              <a:defRPr sz="6700" b="0"/>
            </a:lvl1pPr>
          </a:lstStyle>
          <a:p>
            <a:pPr>
              <a:defRPr/>
            </a:pPr>
            <a:fld id="{3288BF25-8EA1-41D0-B1F3-35292603751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7850" rtl="0" eaLnBrk="0" fontAlgn="base" hangingPunct="0">
        <a:spcBef>
          <a:spcPct val="0"/>
        </a:spcBef>
        <a:spcAft>
          <a:spcPct val="0"/>
        </a:spcAft>
        <a:defRPr sz="21000">
          <a:solidFill>
            <a:schemeClr val="tx2"/>
          </a:solidFill>
          <a:latin typeface="+mj-lt"/>
          <a:ea typeface="+mj-ea"/>
          <a:cs typeface="+mj-cs"/>
        </a:defRPr>
      </a:lvl1pPr>
      <a:lvl2pPr algn="ctr" defTabSz="4387850" rtl="0" eaLnBrk="0" fontAlgn="base" hangingPunct="0">
        <a:spcBef>
          <a:spcPct val="0"/>
        </a:spcBef>
        <a:spcAft>
          <a:spcPct val="0"/>
        </a:spcAft>
        <a:defRPr sz="21000">
          <a:solidFill>
            <a:schemeClr val="tx2"/>
          </a:solidFill>
          <a:latin typeface="Times New Roman" pitchFamily="18" charset="0"/>
        </a:defRPr>
      </a:lvl2pPr>
      <a:lvl3pPr algn="ctr" defTabSz="4387850" rtl="0" eaLnBrk="0" fontAlgn="base" hangingPunct="0">
        <a:spcBef>
          <a:spcPct val="0"/>
        </a:spcBef>
        <a:spcAft>
          <a:spcPct val="0"/>
        </a:spcAft>
        <a:defRPr sz="21000">
          <a:solidFill>
            <a:schemeClr val="tx2"/>
          </a:solidFill>
          <a:latin typeface="Times New Roman" pitchFamily="18" charset="0"/>
        </a:defRPr>
      </a:lvl3pPr>
      <a:lvl4pPr algn="ctr" defTabSz="4387850" rtl="0" eaLnBrk="0" fontAlgn="base" hangingPunct="0">
        <a:spcBef>
          <a:spcPct val="0"/>
        </a:spcBef>
        <a:spcAft>
          <a:spcPct val="0"/>
        </a:spcAft>
        <a:defRPr sz="21000">
          <a:solidFill>
            <a:schemeClr val="tx2"/>
          </a:solidFill>
          <a:latin typeface="Times New Roman" pitchFamily="18" charset="0"/>
        </a:defRPr>
      </a:lvl4pPr>
      <a:lvl5pPr algn="ctr" defTabSz="4387850" rtl="0" eaLnBrk="0" fontAlgn="base" hangingPunct="0">
        <a:spcBef>
          <a:spcPct val="0"/>
        </a:spcBef>
        <a:spcAft>
          <a:spcPct val="0"/>
        </a:spcAft>
        <a:defRPr sz="21000">
          <a:solidFill>
            <a:schemeClr val="tx2"/>
          </a:solidFill>
          <a:latin typeface="Times New Roman" pitchFamily="18" charset="0"/>
        </a:defRPr>
      </a:lvl5pPr>
      <a:lvl6pPr marL="457200" algn="ctr" defTabSz="4387850" rtl="0" eaLnBrk="0" fontAlgn="base" hangingPunct="0">
        <a:spcBef>
          <a:spcPct val="0"/>
        </a:spcBef>
        <a:spcAft>
          <a:spcPct val="0"/>
        </a:spcAft>
        <a:defRPr sz="21000">
          <a:solidFill>
            <a:schemeClr val="tx2"/>
          </a:solidFill>
          <a:latin typeface="Times New Roman" pitchFamily="18" charset="0"/>
        </a:defRPr>
      </a:lvl6pPr>
      <a:lvl7pPr marL="914400" algn="ctr" defTabSz="4387850" rtl="0" eaLnBrk="0" fontAlgn="base" hangingPunct="0">
        <a:spcBef>
          <a:spcPct val="0"/>
        </a:spcBef>
        <a:spcAft>
          <a:spcPct val="0"/>
        </a:spcAft>
        <a:defRPr sz="21000">
          <a:solidFill>
            <a:schemeClr val="tx2"/>
          </a:solidFill>
          <a:latin typeface="Times New Roman" pitchFamily="18" charset="0"/>
        </a:defRPr>
      </a:lvl7pPr>
      <a:lvl8pPr marL="1371600" algn="ctr" defTabSz="4387850" rtl="0" eaLnBrk="0" fontAlgn="base" hangingPunct="0">
        <a:spcBef>
          <a:spcPct val="0"/>
        </a:spcBef>
        <a:spcAft>
          <a:spcPct val="0"/>
        </a:spcAft>
        <a:defRPr sz="21000">
          <a:solidFill>
            <a:schemeClr val="tx2"/>
          </a:solidFill>
          <a:latin typeface="Times New Roman" pitchFamily="18" charset="0"/>
        </a:defRPr>
      </a:lvl8pPr>
      <a:lvl9pPr marL="1828800" algn="ctr" defTabSz="4387850" rtl="0" eaLnBrk="0" fontAlgn="base" hangingPunct="0">
        <a:spcBef>
          <a:spcPct val="0"/>
        </a:spcBef>
        <a:spcAft>
          <a:spcPct val="0"/>
        </a:spcAft>
        <a:defRPr sz="21000">
          <a:solidFill>
            <a:schemeClr val="tx2"/>
          </a:solidFill>
          <a:latin typeface="Times New Roman" pitchFamily="18" charset="0"/>
        </a:defRPr>
      </a:lvl9pPr>
    </p:titleStyle>
    <p:bodyStyle>
      <a:lvl1pPr marL="1647825" indent="-1647825" algn="l" defTabSz="4387850" rtl="0" eaLnBrk="0" fontAlgn="base" hangingPunct="0">
        <a:spcBef>
          <a:spcPct val="20000"/>
        </a:spcBef>
        <a:spcAft>
          <a:spcPct val="0"/>
        </a:spcAft>
        <a:buChar char="•"/>
        <a:defRPr sz="15300">
          <a:solidFill>
            <a:schemeClr val="tx1"/>
          </a:solidFill>
          <a:latin typeface="+mn-lt"/>
          <a:ea typeface="+mn-ea"/>
          <a:cs typeface="+mn-cs"/>
        </a:defRPr>
      </a:lvl1pPr>
      <a:lvl2pPr marL="3565525" indent="-1370013" algn="l" defTabSz="4387850" rtl="0" eaLnBrk="0" fontAlgn="base" hangingPunct="0">
        <a:spcBef>
          <a:spcPct val="20000"/>
        </a:spcBef>
        <a:spcAft>
          <a:spcPct val="0"/>
        </a:spcAft>
        <a:buChar char="–"/>
        <a:defRPr sz="13300">
          <a:solidFill>
            <a:schemeClr val="tx1"/>
          </a:solidFill>
          <a:latin typeface="+mn-lt"/>
        </a:defRPr>
      </a:lvl2pPr>
      <a:lvl3pPr marL="5486400" indent="-1098550" algn="l" defTabSz="4387850" rtl="0" eaLnBrk="0" fontAlgn="base" hangingPunct="0">
        <a:spcBef>
          <a:spcPct val="20000"/>
        </a:spcBef>
        <a:spcAft>
          <a:spcPct val="0"/>
        </a:spcAft>
        <a:buChar char="•"/>
        <a:defRPr sz="11600">
          <a:solidFill>
            <a:schemeClr val="tx1"/>
          </a:solidFill>
          <a:latin typeface="+mn-lt"/>
        </a:defRPr>
      </a:lvl3pPr>
      <a:lvl4pPr marL="7678738" indent="-1093788" algn="l" defTabSz="4387850" rtl="0" eaLnBrk="0" fontAlgn="base" hangingPunct="0">
        <a:spcBef>
          <a:spcPct val="20000"/>
        </a:spcBef>
        <a:spcAft>
          <a:spcPct val="0"/>
        </a:spcAft>
        <a:buChar char="–"/>
        <a:defRPr sz="9600">
          <a:solidFill>
            <a:schemeClr val="tx1"/>
          </a:solidFill>
          <a:latin typeface="+mn-lt"/>
        </a:defRPr>
      </a:lvl4pPr>
      <a:lvl5pPr marL="9875838" indent="-1098550" algn="l" defTabSz="4387850" rtl="0" eaLnBrk="0" fontAlgn="base" hangingPunct="0">
        <a:spcBef>
          <a:spcPct val="20000"/>
        </a:spcBef>
        <a:spcAft>
          <a:spcPct val="0"/>
        </a:spcAft>
        <a:buChar char="»"/>
        <a:defRPr sz="9600">
          <a:solidFill>
            <a:schemeClr val="tx1"/>
          </a:solidFill>
          <a:latin typeface="+mn-lt"/>
        </a:defRPr>
      </a:lvl5pPr>
      <a:lvl6pPr marL="10333038" indent="-1098550" algn="l" defTabSz="4387850" rtl="0" eaLnBrk="0" fontAlgn="base" hangingPunct="0">
        <a:spcBef>
          <a:spcPct val="20000"/>
        </a:spcBef>
        <a:spcAft>
          <a:spcPct val="0"/>
        </a:spcAft>
        <a:buChar char="»"/>
        <a:defRPr sz="9600">
          <a:solidFill>
            <a:schemeClr val="tx1"/>
          </a:solidFill>
          <a:latin typeface="+mn-lt"/>
        </a:defRPr>
      </a:lvl6pPr>
      <a:lvl7pPr marL="10790238" indent="-1098550" algn="l" defTabSz="4387850" rtl="0" eaLnBrk="0" fontAlgn="base" hangingPunct="0">
        <a:spcBef>
          <a:spcPct val="20000"/>
        </a:spcBef>
        <a:spcAft>
          <a:spcPct val="0"/>
        </a:spcAft>
        <a:buChar char="»"/>
        <a:defRPr sz="9600">
          <a:solidFill>
            <a:schemeClr val="tx1"/>
          </a:solidFill>
          <a:latin typeface="+mn-lt"/>
        </a:defRPr>
      </a:lvl7pPr>
      <a:lvl8pPr marL="11247438" indent="-1098550" algn="l" defTabSz="4387850" rtl="0" eaLnBrk="0" fontAlgn="base" hangingPunct="0">
        <a:spcBef>
          <a:spcPct val="20000"/>
        </a:spcBef>
        <a:spcAft>
          <a:spcPct val="0"/>
        </a:spcAft>
        <a:buChar char="»"/>
        <a:defRPr sz="9600">
          <a:solidFill>
            <a:schemeClr val="tx1"/>
          </a:solidFill>
          <a:latin typeface="+mn-lt"/>
        </a:defRPr>
      </a:lvl8pPr>
      <a:lvl9pPr marL="11704638" indent="-1098550" algn="l" defTabSz="4387850" rtl="0" eaLnBrk="0" fontAlgn="base" hangingPunct="0">
        <a:spcBef>
          <a:spcPct val="20000"/>
        </a:spcBef>
        <a:spcAft>
          <a:spcPct val="0"/>
        </a:spcAft>
        <a:buChar char="»"/>
        <a:defRPr sz="9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ext Box 3"/>
          <p:cNvSpPr txBox="1">
            <a:spLocks noChangeArrowheads="1"/>
          </p:cNvSpPr>
          <p:nvPr/>
        </p:nvSpPr>
        <p:spPr bwMode="auto">
          <a:xfrm>
            <a:off x="7277100" y="3593762"/>
            <a:ext cx="29337000" cy="5855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225903" tIns="112951" rIns="225903" bIns="112951">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60000"/>
              </a:lnSpc>
            </a:pPr>
            <a:r>
              <a:rPr lang="en-US" sz="3600" b="0" dirty="0"/>
              <a:t>Dr. Matheny</a:t>
            </a:r>
          </a:p>
        </p:txBody>
      </p:sp>
      <p:sp>
        <p:nvSpPr>
          <p:cNvPr id="1033" name="Rectangle 51"/>
          <p:cNvSpPr>
            <a:spLocks noChangeArrowheads="1"/>
          </p:cNvSpPr>
          <p:nvPr/>
        </p:nvSpPr>
        <p:spPr bwMode="auto">
          <a:xfrm>
            <a:off x="2147483647" y="2147483647"/>
            <a:ext cx="2147482688"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225903" tIns="112951" rIns="225903" bIns="112951">
            <a:spAutoFit/>
          </a:bodyPr>
          <a:lstStyle/>
          <a:p>
            <a:pPr algn="l" defTabSz="2259013">
              <a:lnSpc>
                <a:spcPct val="100000"/>
              </a:lnSpc>
              <a:spcBef>
                <a:spcPct val="0"/>
              </a:spcBef>
            </a:pPr>
            <a:r>
              <a:rPr lang="en-US" sz="7700" b="0"/>
              <a:t> </a:t>
            </a:r>
            <a:endParaRPr lang="en-US" sz="5900" b="0"/>
          </a:p>
        </p:txBody>
      </p:sp>
      <p:sp>
        <p:nvSpPr>
          <p:cNvPr id="1036" name="Text Box 89"/>
          <p:cNvSpPr txBox="1">
            <a:spLocks noChangeArrowheads="1"/>
          </p:cNvSpPr>
          <p:nvPr/>
        </p:nvSpPr>
        <p:spPr bwMode="auto">
          <a:xfrm>
            <a:off x="18619788" y="1143000"/>
            <a:ext cx="6318250" cy="760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225903" tIns="112951" rIns="225903" bIns="112951">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endParaRPr lang="en-US"/>
          </a:p>
        </p:txBody>
      </p:sp>
      <p:sp>
        <p:nvSpPr>
          <p:cNvPr id="1037" name="Rectangle 90"/>
          <p:cNvSpPr>
            <a:spLocks noChangeArrowheads="1"/>
          </p:cNvSpPr>
          <p:nvPr/>
        </p:nvSpPr>
        <p:spPr bwMode="auto">
          <a:xfrm>
            <a:off x="9525000" y="275511"/>
            <a:ext cx="25151556" cy="3048000"/>
          </a:xfrm>
          <a:prstGeom prst="rect">
            <a:avLst/>
          </a:prstGeom>
          <a:solidFill>
            <a:srgbClr val="F5CB2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225903" tIns="112951" rIns="225903" bIns="112951" anchor="ctr">
            <a:noAutofit/>
          </a:bodyPr>
          <a:lstStyle/>
          <a:p>
            <a:pPr defTabSz="2259013">
              <a:lnSpc>
                <a:spcPct val="100000"/>
              </a:lnSpc>
              <a:spcBef>
                <a:spcPts val="0"/>
              </a:spcBef>
            </a:pPr>
            <a:r>
              <a:rPr lang="en-US" sz="7200" b="0" dirty="0"/>
              <a:t>Impact of the COVID-19 pandemic on Antimicrobial Resistant Health Care-Associated Infections </a:t>
            </a:r>
          </a:p>
          <a:p>
            <a:pPr defTabSz="2259013">
              <a:lnSpc>
                <a:spcPct val="100000"/>
              </a:lnSpc>
              <a:spcBef>
                <a:spcPts val="0"/>
              </a:spcBef>
            </a:pPr>
            <a:r>
              <a:rPr lang="en-US" sz="5900" b="0" dirty="0"/>
              <a:t>Devin Mills</a:t>
            </a:r>
          </a:p>
        </p:txBody>
      </p:sp>
      <p:sp>
        <p:nvSpPr>
          <p:cNvPr id="1039" name="Text Box 729"/>
          <p:cNvSpPr txBox="1">
            <a:spLocks noChangeArrowheads="1"/>
          </p:cNvSpPr>
          <p:nvPr/>
        </p:nvSpPr>
        <p:spPr bwMode="auto">
          <a:xfrm>
            <a:off x="15240000" y="9448800"/>
            <a:ext cx="2327275" cy="760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225903" tIns="112951" rIns="225903" bIns="112951">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gn="l"/>
            <a:endParaRPr lang="en-US"/>
          </a:p>
        </p:txBody>
      </p:sp>
      <p:grpSp>
        <p:nvGrpSpPr>
          <p:cNvPr id="13" name="Group 12"/>
          <p:cNvGrpSpPr/>
          <p:nvPr/>
        </p:nvGrpSpPr>
        <p:grpSpPr>
          <a:xfrm>
            <a:off x="457200" y="18053449"/>
            <a:ext cx="10896600" cy="8849161"/>
            <a:chOff x="381000" y="11893074"/>
            <a:chExt cx="10896600" cy="8849161"/>
          </a:xfrm>
        </p:grpSpPr>
        <p:sp>
          <p:nvSpPr>
            <p:cNvPr id="1031" name="Text Box 15"/>
            <p:cNvSpPr txBox="1">
              <a:spLocks noChangeArrowheads="1"/>
            </p:cNvSpPr>
            <p:nvPr/>
          </p:nvSpPr>
          <p:spPr bwMode="auto">
            <a:xfrm>
              <a:off x="381000" y="11893074"/>
              <a:ext cx="10811330" cy="984726"/>
            </a:xfrm>
            <a:prstGeom prst="rect">
              <a:avLst/>
            </a:prstGeom>
            <a:solidFill>
              <a:srgbClr val="F5CB2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METHODS</a:t>
              </a:r>
            </a:p>
          </p:txBody>
        </p:sp>
        <p:sp>
          <p:nvSpPr>
            <p:cNvPr id="28" name="TextBox 27"/>
            <p:cNvSpPr txBox="1"/>
            <p:nvPr/>
          </p:nvSpPr>
          <p:spPr>
            <a:xfrm>
              <a:off x="457200" y="12801600"/>
              <a:ext cx="10820400" cy="7940635"/>
            </a:xfrm>
            <a:prstGeom prst="rect">
              <a:avLst/>
            </a:prstGeom>
            <a:noFill/>
          </p:spPr>
          <p:txBody>
            <a:bodyPr wrap="square" rtlCol="0">
              <a:spAutoFit/>
            </a:bodyPr>
            <a:lstStyle/>
            <a:p>
              <a:pPr algn="l">
                <a:lnSpc>
                  <a:spcPct val="100000"/>
                </a:lnSpc>
                <a:spcBef>
                  <a:spcPts val="0"/>
                </a:spcBef>
              </a:pPr>
              <a:r>
                <a:rPr lang="en-US" sz="3400" u="sng" dirty="0"/>
                <a:t>Dataset:</a:t>
              </a:r>
            </a:p>
            <a:p>
              <a:pPr algn="l">
                <a:lnSpc>
                  <a:spcPct val="100000"/>
                </a:lnSpc>
                <a:spcBef>
                  <a:spcPts val="0"/>
                </a:spcBef>
              </a:pPr>
              <a:r>
                <a:rPr lang="en-US" sz="3400" b="0" dirty="0"/>
                <a:t>This aggregated dataset utilized for this research came from a database maintained by the US Centers of Disease Control Division of Healthcare Quality Promotion. This data was collected from U.S. healthcare facilities that voluntarily reported HAI infections to the CDC National Healthcare Safety Network.</a:t>
              </a:r>
            </a:p>
            <a:p>
              <a:pPr algn="l">
                <a:lnSpc>
                  <a:spcPct val="100000"/>
                </a:lnSpc>
                <a:spcBef>
                  <a:spcPts val="0"/>
                </a:spcBef>
              </a:pPr>
              <a:r>
                <a:rPr lang="en-US" sz="3400" u="sng" dirty="0"/>
                <a:t>Data Cleaning:</a:t>
              </a:r>
            </a:p>
            <a:p>
              <a:pPr algn="l">
                <a:lnSpc>
                  <a:spcPct val="100000"/>
                </a:lnSpc>
                <a:spcBef>
                  <a:spcPts val="0"/>
                </a:spcBef>
              </a:pPr>
              <a:r>
                <a:rPr lang="en-US" sz="3400" b="0" dirty="0"/>
                <a:t>X</a:t>
              </a:r>
            </a:p>
            <a:p>
              <a:pPr algn="l">
                <a:lnSpc>
                  <a:spcPct val="100000"/>
                </a:lnSpc>
                <a:spcBef>
                  <a:spcPts val="0"/>
                </a:spcBef>
              </a:pPr>
              <a:r>
                <a:rPr lang="en-US" sz="3400" u="sng" dirty="0"/>
                <a:t>Variable Selection:</a:t>
              </a:r>
            </a:p>
            <a:p>
              <a:pPr algn="l">
                <a:lnSpc>
                  <a:spcPct val="100000"/>
                </a:lnSpc>
                <a:spcBef>
                  <a:spcPts val="0"/>
                </a:spcBef>
              </a:pPr>
              <a:r>
                <a:rPr lang="en-US" sz="3400" b="0" dirty="0"/>
                <a:t>Logistic regression creates a classification boundary based upon conditional probability.</a:t>
              </a:r>
            </a:p>
            <a:p>
              <a:pPr algn="l">
                <a:lnSpc>
                  <a:spcPct val="100000"/>
                </a:lnSpc>
                <a:spcBef>
                  <a:spcPts val="0"/>
                </a:spcBef>
              </a:pPr>
              <a:r>
                <a:rPr lang="en-US" sz="3400" u="sng" dirty="0"/>
                <a:t>Logistic Regression:</a:t>
              </a:r>
            </a:p>
            <a:p>
              <a:pPr algn="l">
                <a:lnSpc>
                  <a:spcPct val="100000"/>
                </a:lnSpc>
                <a:spcBef>
                  <a:spcPts val="0"/>
                </a:spcBef>
              </a:pPr>
              <a:r>
                <a:rPr lang="en-US" sz="3400" b="0" dirty="0"/>
                <a:t>Logistic regression creates a classification boundary based upon conditional probability.</a:t>
              </a:r>
            </a:p>
          </p:txBody>
        </p:sp>
      </p:grpSp>
      <p:grpSp>
        <p:nvGrpSpPr>
          <p:cNvPr id="12" name="Group 11"/>
          <p:cNvGrpSpPr/>
          <p:nvPr/>
        </p:nvGrpSpPr>
        <p:grpSpPr>
          <a:xfrm>
            <a:off x="381000" y="3810000"/>
            <a:ext cx="43120130" cy="14203443"/>
            <a:chOff x="381000" y="3810000"/>
            <a:chExt cx="43120130" cy="14203443"/>
          </a:xfrm>
        </p:grpSpPr>
        <p:sp>
          <p:nvSpPr>
            <p:cNvPr id="48" name="TextBox 47"/>
            <p:cNvSpPr txBox="1"/>
            <p:nvPr/>
          </p:nvSpPr>
          <p:spPr>
            <a:xfrm>
              <a:off x="457200" y="4840606"/>
              <a:ext cx="10744200" cy="13172837"/>
            </a:xfrm>
            <a:prstGeom prst="rect">
              <a:avLst/>
            </a:prstGeom>
            <a:noFill/>
          </p:spPr>
          <p:txBody>
            <a:bodyPr wrap="square" rtlCol="0">
              <a:spAutoFit/>
            </a:bodyPr>
            <a:lstStyle/>
            <a:p>
              <a:pPr algn="l">
                <a:lnSpc>
                  <a:spcPct val="100000"/>
                </a:lnSpc>
                <a:spcBef>
                  <a:spcPts val="0"/>
                </a:spcBef>
              </a:pPr>
              <a:r>
                <a:rPr lang="en-US" sz="3400" b="0" dirty="0"/>
                <a:t>Health care-associated infections (HAIs) are infections acquired through the course of receiving medical treatment. This phenomenon has been identified to be monitored in the US since the 1950s and has been declared a national threat by the US Department of Health and Human Services. The burden levied by HAIs is both economical and in morbidity and mortality, resulting between 5-10% of all hospital admissions result in an HAI, whose probability of death increased 50%. However, changes in internal infection control, hygiene compliance, and process improvements have begun to decrease incidence rates in the last decade. Antimicrobial resistant infections are infections caused by bacteria, viruses, fungi and parasites that have developed the ability to overcome drugs designed to kill them, resulting in the infection becoming near impossible to treat and an ever-increasing national threat. Through national surveillance, HAIs causative agents have been found to be increasingly antimicrobial resistant. The 2019 Coronavirus pandemic severely strained healthcare facilities, staff and resources such that other improving trends regressed. Established research has been performed on tracking and predicting these infections to help policy makers on addressing this threat. This research aims to identify what level of impact the pandemic had on progresses made of reducing these infections.</a:t>
              </a:r>
            </a:p>
          </p:txBody>
        </p:sp>
        <p:grpSp>
          <p:nvGrpSpPr>
            <p:cNvPr id="10" name="Group 9"/>
            <p:cNvGrpSpPr/>
            <p:nvPr/>
          </p:nvGrpSpPr>
          <p:grpSpPr>
            <a:xfrm>
              <a:off x="381000" y="3810000"/>
              <a:ext cx="43120130" cy="990600"/>
              <a:chOff x="381000" y="3810000"/>
              <a:chExt cx="43120130" cy="990600"/>
            </a:xfrm>
          </p:grpSpPr>
          <p:sp>
            <p:nvSpPr>
              <p:cNvPr id="1030" name="Text Box 12"/>
              <p:cNvSpPr txBox="1">
                <a:spLocks noChangeArrowheads="1"/>
              </p:cNvSpPr>
              <p:nvPr/>
            </p:nvSpPr>
            <p:spPr bwMode="auto">
              <a:xfrm>
                <a:off x="381000" y="3815874"/>
                <a:ext cx="10818004" cy="984726"/>
              </a:xfrm>
              <a:prstGeom prst="rect">
                <a:avLst/>
              </a:prstGeom>
              <a:solidFill>
                <a:srgbClr val="F5CB2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INTRODUCTION</a:t>
                </a:r>
              </a:p>
            </p:txBody>
          </p:sp>
          <p:sp>
            <p:nvSpPr>
              <p:cNvPr id="26" name="Text Box 18"/>
              <p:cNvSpPr txBox="1">
                <a:spLocks noChangeArrowheads="1"/>
              </p:cNvSpPr>
              <p:nvPr/>
            </p:nvSpPr>
            <p:spPr bwMode="auto">
              <a:xfrm>
                <a:off x="32689800" y="3810000"/>
                <a:ext cx="10811330" cy="984726"/>
              </a:xfrm>
              <a:prstGeom prst="rect">
                <a:avLst/>
              </a:prstGeom>
              <a:solidFill>
                <a:srgbClr val="F5CB2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Results</a:t>
                </a:r>
              </a:p>
            </p:txBody>
          </p:sp>
        </p:grpSp>
      </p:grpSp>
      <p:sp>
        <p:nvSpPr>
          <p:cNvPr id="50" name="TextBox 49"/>
          <p:cNvSpPr txBox="1"/>
          <p:nvPr/>
        </p:nvSpPr>
        <p:spPr>
          <a:xfrm>
            <a:off x="32842200" y="4794726"/>
            <a:ext cx="10744200" cy="615553"/>
          </a:xfrm>
          <a:prstGeom prst="rect">
            <a:avLst/>
          </a:prstGeom>
          <a:noFill/>
        </p:spPr>
        <p:txBody>
          <a:bodyPr wrap="square" rtlCol="0">
            <a:spAutoFit/>
          </a:bodyPr>
          <a:lstStyle/>
          <a:p>
            <a:pPr algn="l">
              <a:lnSpc>
                <a:spcPct val="100000"/>
              </a:lnSpc>
              <a:spcBef>
                <a:spcPts val="0"/>
              </a:spcBef>
            </a:pPr>
            <a:r>
              <a:rPr lang="en-US" sz="3400" u="sng" dirty="0"/>
              <a:t>Enter Text Here</a:t>
            </a:r>
            <a:endParaRPr lang="en-US" sz="3400" b="0" dirty="0"/>
          </a:p>
        </p:txBody>
      </p:sp>
      <p:grpSp>
        <p:nvGrpSpPr>
          <p:cNvPr id="11" name="Group 10"/>
          <p:cNvGrpSpPr/>
          <p:nvPr/>
        </p:nvGrpSpPr>
        <p:grpSpPr>
          <a:xfrm>
            <a:off x="32821418" y="29101473"/>
            <a:ext cx="11277600" cy="2462054"/>
            <a:chOff x="32613600" y="23551674"/>
            <a:chExt cx="11277600" cy="2462054"/>
          </a:xfrm>
        </p:grpSpPr>
        <p:sp>
          <p:nvSpPr>
            <p:cNvPr id="1032" name="Text Box 18"/>
            <p:cNvSpPr txBox="1">
              <a:spLocks noChangeArrowheads="1"/>
            </p:cNvSpPr>
            <p:nvPr/>
          </p:nvSpPr>
          <p:spPr bwMode="auto">
            <a:xfrm>
              <a:off x="32689800" y="23551674"/>
              <a:ext cx="10820400" cy="984726"/>
            </a:xfrm>
            <a:prstGeom prst="rect">
              <a:avLst/>
            </a:prstGeom>
            <a:solidFill>
              <a:srgbClr val="F5CB2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References</a:t>
              </a:r>
            </a:p>
          </p:txBody>
        </p:sp>
        <p:sp>
          <p:nvSpPr>
            <p:cNvPr id="8" name="TextBox 7"/>
            <p:cNvSpPr txBox="1"/>
            <p:nvPr/>
          </p:nvSpPr>
          <p:spPr>
            <a:xfrm>
              <a:off x="32613600" y="24536400"/>
              <a:ext cx="11277600" cy="1477328"/>
            </a:xfrm>
            <a:prstGeom prst="rect">
              <a:avLst/>
            </a:prstGeom>
            <a:noFill/>
          </p:spPr>
          <p:txBody>
            <a:bodyPr wrap="square" rtlCol="0">
              <a:spAutoFit/>
            </a:bodyPr>
            <a:lstStyle/>
            <a:p>
              <a:pPr marL="571500" indent="-571500" algn="l">
                <a:lnSpc>
                  <a:spcPct val="100000"/>
                </a:lnSpc>
                <a:spcBef>
                  <a:spcPts val="0"/>
                </a:spcBef>
                <a:buFont typeface="Arial"/>
                <a:buChar char="•"/>
              </a:pPr>
              <a:r>
                <a:rPr lang="en-US" sz="1800" b="0" dirty="0"/>
                <a:t>Centers for Disease Control and Prevention. (n.d.). Antibiotic Resistance and Patient Safety Portal. Centers for Disease Control and Prevention. https://arpsp.cdc.gov/ </a:t>
              </a:r>
            </a:p>
            <a:p>
              <a:pPr marL="571500" indent="-571500" algn="l">
                <a:lnSpc>
                  <a:spcPct val="100000"/>
                </a:lnSpc>
                <a:spcBef>
                  <a:spcPts val="0"/>
                </a:spcBef>
                <a:buFont typeface="Arial"/>
                <a:buChar char="•"/>
              </a:pPr>
              <a:r>
                <a:rPr lang="en-US" sz="1800" b="0" dirty="0"/>
                <a:t>Stone PW. Economic burden of healthcare-associated infections: an American perspective. Expert Rev </a:t>
              </a:r>
              <a:r>
                <a:rPr lang="en-US" sz="1800" b="0" dirty="0" err="1"/>
                <a:t>Pharmacoecon</a:t>
              </a:r>
              <a:r>
                <a:rPr lang="en-US" sz="1800" b="0" dirty="0"/>
                <a:t> Outcomes Res. 2009 Oct;9(5):417-22. </a:t>
              </a:r>
              <a:r>
                <a:rPr lang="en-US" sz="1800" b="0" dirty="0" err="1"/>
                <a:t>doi</a:t>
              </a:r>
              <a:r>
                <a:rPr lang="en-US" sz="1800" b="0" dirty="0"/>
                <a:t>: 10.1586/erp.09.53. PMID: 19817525; PMCID: PMC2827870.</a:t>
              </a:r>
            </a:p>
          </p:txBody>
        </p:sp>
      </p:grpSp>
      <p:grpSp>
        <p:nvGrpSpPr>
          <p:cNvPr id="14" name="Group 13"/>
          <p:cNvGrpSpPr/>
          <p:nvPr/>
        </p:nvGrpSpPr>
        <p:grpSpPr>
          <a:xfrm>
            <a:off x="32842200" y="17373600"/>
            <a:ext cx="10896600" cy="1610678"/>
            <a:chOff x="381000" y="23393400"/>
            <a:chExt cx="10896600" cy="1610678"/>
          </a:xfrm>
        </p:grpSpPr>
        <p:sp>
          <p:nvSpPr>
            <p:cNvPr id="27" name="Text Box 18"/>
            <p:cNvSpPr txBox="1">
              <a:spLocks noChangeArrowheads="1"/>
            </p:cNvSpPr>
            <p:nvPr/>
          </p:nvSpPr>
          <p:spPr bwMode="auto">
            <a:xfrm>
              <a:off x="381000" y="23393400"/>
              <a:ext cx="10811330" cy="984726"/>
            </a:xfrm>
            <a:prstGeom prst="rect">
              <a:avLst/>
            </a:prstGeom>
            <a:solidFill>
              <a:srgbClr val="F5CB2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t>Discussion</a:t>
              </a:r>
            </a:p>
          </p:txBody>
        </p:sp>
        <p:sp>
          <p:nvSpPr>
            <p:cNvPr id="2" name="TextBox 1"/>
            <p:cNvSpPr txBox="1"/>
            <p:nvPr/>
          </p:nvSpPr>
          <p:spPr>
            <a:xfrm>
              <a:off x="457200" y="24388525"/>
              <a:ext cx="10820400" cy="615553"/>
            </a:xfrm>
            <a:prstGeom prst="rect">
              <a:avLst/>
            </a:prstGeom>
            <a:noFill/>
          </p:spPr>
          <p:txBody>
            <a:bodyPr wrap="square" rtlCol="0">
              <a:spAutoFit/>
            </a:bodyPr>
            <a:lstStyle/>
            <a:p>
              <a:pPr marL="571500" indent="-571500" algn="l">
                <a:lnSpc>
                  <a:spcPct val="100000"/>
                </a:lnSpc>
                <a:spcBef>
                  <a:spcPts val="0"/>
                </a:spcBef>
                <a:buFont typeface="Arial"/>
                <a:buChar char="•"/>
              </a:pPr>
              <a:r>
                <a:rPr lang="en-US" sz="3400" b="0" dirty="0"/>
                <a:t>Enter Text Here</a:t>
              </a:r>
            </a:p>
          </p:txBody>
        </p:sp>
      </p:grpSp>
      <p:sp>
        <p:nvSpPr>
          <p:cNvPr id="3" name="TextBox 2"/>
          <p:cNvSpPr txBox="1"/>
          <p:nvPr/>
        </p:nvSpPr>
        <p:spPr>
          <a:xfrm>
            <a:off x="13171488" y="5554810"/>
            <a:ext cx="18832512" cy="632481"/>
          </a:xfrm>
          <a:prstGeom prst="rect">
            <a:avLst/>
          </a:prstGeom>
          <a:noFill/>
        </p:spPr>
        <p:txBody>
          <a:bodyPr wrap="square" rtlCol="0">
            <a:spAutoFit/>
          </a:bodyPr>
          <a:lstStyle/>
          <a:p>
            <a:r>
              <a:rPr lang="en-US" dirty="0"/>
              <a:t>Paste Tables and Figures Here</a:t>
            </a:r>
          </a:p>
        </p:txBody>
      </p:sp>
      <p:pic>
        <p:nvPicPr>
          <p:cNvPr id="29" name="Picture 26"/>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381001" y="385593"/>
            <a:ext cx="8833643" cy="2814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2984532E-85E8-D221-5F5D-542C0EE25632}"/>
              </a:ext>
            </a:extLst>
          </p:cNvPr>
          <p:cNvPicPr>
            <a:picLocks noChangeAspect="1"/>
          </p:cNvPicPr>
          <p:nvPr/>
        </p:nvPicPr>
        <p:blipFill>
          <a:blip r:embed="rId4"/>
          <a:stretch>
            <a:fillRect/>
          </a:stretch>
        </p:blipFill>
        <p:spPr>
          <a:xfrm>
            <a:off x="36614100" y="67232"/>
            <a:ext cx="4471194" cy="3464558"/>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9866</TotalTime>
  <Words>417</Words>
  <Application>Microsoft Office PowerPoint</Application>
  <PresentationFormat>Custom</PresentationFormat>
  <Paragraphs>24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Stephen J. Kinzey, Ph.D.</dc:creator>
  <cp:lastModifiedBy>Devin Mills</cp:lastModifiedBy>
  <cp:revision>194</cp:revision>
  <dcterms:created xsi:type="dcterms:W3CDTF">1999-06-15T14:29:13Z</dcterms:created>
  <dcterms:modified xsi:type="dcterms:W3CDTF">2023-09-27T03:00:24Z</dcterms:modified>
</cp:coreProperties>
</file>